
<file path=[Content_Types].xml><?xml version="1.0" encoding="utf-8"?>
<Types xmlns="http://schemas.openxmlformats.org/package/2006/content-types">
  <Default ContentType="application/vnd.openxmlformats-officedocument.extended-properties+xml" Extension="xml"/>
  <Default ContentType="image/png" Extension="png"/>
  <Default ContentType="image/svg+xml" Extension="svg"/>
  <Default ContentType="application/x-fontdata" Extension="fntdata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notesMaster+xml" PartName="/ppt/notesMasters/notesMaster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Default ContentType="image/jpeg" Extension="jpeg"/>
  <Override ContentType="application/vnd.openxmlformats-officedocument.custom-properties+xml" PartName="/docProps/custom.xml"/>
</Types>
</file>

<file path=_rels/.rels><?xml version="1.0" encoding="utf-8" standalone="no" ?><Relationships xmlns="http://schemas.openxmlformats.org/package/2006/relationships"><Relationship Id="rId1" Target="/docProps/app.xml" Type="http://schemas.openxmlformats.org/officeDocument/2006/relationships/extended-properties"/><Relationship Id="rId2" Target="/docProps/core.xml" Type="http://schemas.openxmlformats.org/package/2006/relationships/metadata/core-properties"/><Relationship Id="rId3" Target="/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notesMaster" Target="/ppt/notesMasters/notesMaster1.xml" Id="rId12" /><Relationship Type="http://schemas.openxmlformats.org/officeDocument/2006/relationships/presProps" Target="/ppt/presProps.xml" Id="rId13" /><Relationship Type="http://schemas.openxmlformats.org/officeDocument/2006/relationships/viewProps" Target="/ppt/viewProps.xml" Id="rId14" /><Relationship Type="http://schemas.openxmlformats.org/officeDocument/2006/relationships/theme" Target="/ppt/theme/theme1.xml" Id="rId15" /><Relationship Type="http://schemas.openxmlformats.org/officeDocument/2006/relationships/tableStyles" Target="/ppt/tableStyles.xml" Id="rId16" /><Relationship Type="http://schemas.openxmlformats.org/officeDocument/2006/relationships/font" Target="/ppt/fonts/font1.fntdata" Id="rId17" /><Relationship Type="http://schemas.openxmlformats.org/officeDocument/2006/relationships/font" Target="/ppt/fonts/font2.fntdata" Id="rId18" /><Relationship Type="http://schemas.openxmlformats.org/officeDocument/2006/relationships/font" Target="/ppt/fonts/font3.fntdata" Id="rId19" /><Relationship Type="http://schemas.openxmlformats.org/officeDocument/2006/relationships/font" Target="/ppt/fonts/font4.fntdata" Id="rId20" /><Relationship Type="http://schemas.openxmlformats.org/officeDocument/2006/relationships/font" Target="/ppt/fonts/font5.fntdata" Id="rId21" /><Relationship Type="http://schemas.openxmlformats.org/officeDocument/2006/relationships/font" Target="/ppt/fonts/font6.fntdata" Id="rId22" /><Relationship Type="http://schemas.openxmlformats.org/officeDocument/2006/relationships/font" Target="/ppt/fonts/font7.fntdata" Id="rId23" /><Relationship Type="http://schemas.openxmlformats.org/officeDocument/2006/relationships/font" Target="/ppt/fonts/font8.fntdata" Id="rI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-1002-1.png" Id="rId1" /><Relationship Type="http://schemas.openxmlformats.org/officeDocument/2006/relationships/image" Target="/ppt/media/image-1002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-1003-1.png" Id="rId1" /><Relationship Type="http://schemas.openxmlformats.org/officeDocument/2006/relationships/image" Target="/ppt/media/image-1003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-1004-1.png" Id="rId1" /><Relationship Type="http://schemas.openxmlformats.org/officeDocument/2006/relationships/image" Target="/ppt/media/image-1004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-1005-1.png" Id="rId1" /><Relationship Type="http://schemas.openxmlformats.org/officeDocument/2006/relationships/image" Target="/ppt/media/image-1005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-1006-1.png" Id="rId1" /><Relationship Type="http://schemas.openxmlformats.org/officeDocument/2006/relationships/image" Target="/ppt/media/image-1006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-1007-1.png" Id="rId1" /><Relationship Type="http://schemas.openxmlformats.org/officeDocument/2006/relationships/image" Target="/ppt/media/image-1007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-1008-1.png" Id="rId1" /><Relationship Type="http://schemas.openxmlformats.org/officeDocument/2006/relationships/image" Target="/ppt/media/image-1008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-1009-1.png" Id="rId1" /><Relationship Type="http://schemas.openxmlformats.org/officeDocument/2006/relationships/image" Target="/ppt/media/image-1009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-1010-1.png" Id="rId1" /><Relationship Type="http://schemas.openxmlformats.org/officeDocument/2006/relationships/image" Target="/ppt/media/image-1010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-1011-1.png" Id="rId1" /><Relationship Type="http://schemas.openxmlformats.org/officeDocument/2006/relationships/image" Target="/ppt/media/image-1011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<Relationships xmlns="http://schemas.openxmlformats.org/package/2006/relationships"><Relationship Id="rId1" Target="/ppt/media/image-1-1.jpeg" Type="http://schemas.openxmlformats.org/officeDocument/2006/relationships/image"/><Relationship Id="rId2" Target="/ppt/slideLayouts/slideLayout2.xml" Type="http://schemas.openxmlformats.org/officeDocument/2006/relationships/slideLayout"/><Relationship Id="rId3" Target="/ppt/notesSlides/notesSlide1.xml" Type="http://schemas.openxmlformats.org/officeDocument/2006/relationships/notesSlide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-2-1.png" Id="rId1" /><Relationship Type="http://schemas.openxmlformats.org/officeDocument/2006/relationships/image" Target="/ppt/media/image-2-2.png" Id="rId2" /><Relationship Type="http://schemas.openxmlformats.org/officeDocument/2006/relationships/image" Target="/ppt/media/image-2-3.png" Id="rId3" /><Relationship Type="http://schemas.openxmlformats.org/officeDocument/2006/relationships/image" Target="/ppt/media/image-2-4.png" Id="rId4" /><Relationship Type="http://schemas.openxmlformats.org/officeDocument/2006/relationships/slideLayout" Target="/ppt/slideLayouts/slideLayout3.xml" Id="rId5" /><Relationship Type="http://schemas.openxmlformats.org/officeDocument/2006/relationships/notesSlide" Target="/ppt/notesSlides/notesSlide2.xml" Id="rI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-3-1.png" Id="rId1" /><Relationship Type="http://schemas.openxmlformats.org/officeDocument/2006/relationships/slideLayout" Target="/ppt/slideLayouts/slideLayout4.xml" Id="rId2" /><Relationship Type="http://schemas.openxmlformats.org/officeDocument/2006/relationships/notesSlide" Target="/ppt/notesSlides/notesSlide3.xml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-4-1.png" Id="rId1" /><Relationship Type="http://schemas.openxmlformats.org/officeDocument/2006/relationships/image" Target="/ppt/media/image-4-2.png" Id="rId2" /><Relationship Type="http://schemas.openxmlformats.org/officeDocument/2006/relationships/image" Target="/ppt/media/image-4-3.png" Id="rId3" /><Relationship Type="http://schemas.openxmlformats.org/officeDocument/2006/relationships/image" Target="/ppt/media/image-4-4.png" Id="rId4" /><Relationship Type="http://schemas.openxmlformats.org/officeDocument/2006/relationships/slideLayout" Target="/ppt/slideLayouts/slideLayout5.xml" Id="rId5" /><Relationship Type="http://schemas.openxmlformats.org/officeDocument/2006/relationships/notesSlide" Target="/ppt/notesSlides/notesSlide4.xml" Id="rI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-5-1.png" Id="rId1" /><Relationship Type="http://schemas.openxmlformats.org/officeDocument/2006/relationships/image" Target="/ppt/media/image-5-2.png" Id="rId2" /><Relationship Type="http://schemas.openxmlformats.org/officeDocument/2006/relationships/image" Target="/ppt/media/image-5-3.png" Id="rId3" /><Relationship Type="http://schemas.openxmlformats.org/officeDocument/2006/relationships/image" Target="/ppt/media/image-5-4.png" Id="rId4" /><Relationship Type="http://schemas.openxmlformats.org/officeDocument/2006/relationships/slideLayout" Target="/ppt/slideLayouts/slideLayout6.xml" Id="rId5" /><Relationship Type="http://schemas.openxmlformats.org/officeDocument/2006/relationships/notesSlide" Target="/ppt/notesSlides/notesSlide5.xml" Id="rI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-6-1.png" Id="rId1" /><Relationship Type="http://schemas.openxmlformats.org/officeDocument/2006/relationships/image" Target="/ppt/media/image-6-2.png" Id="rId2" /><Relationship Type="http://schemas.openxmlformats.org/officeDocument/2006/relationships/image" Target="/ppt/media/image-6-3.svg" Id="rId3" /><Relationship Type="http://schemas.openxmlformats.org/officeDocument/2006/relationships/image" Target="/ppt/media/image-6-4.png" Id="rId4" /><Relationship Type="http://schemas.openxmlformats.org/officeDocument/2006/relationships/image" Target="/ppt/media/image-6-5.svg" Id="rId5" /><Relationship Type="http://schemas.openxmlformats.org/officeDocument/2006/relationships/image" Target="/ppt/media/image-6-6.png" Id="rId6" /><Relationship Type="http://schemas.openxmlformats.org/officeDocument/2006/relationships/image" Target="/ppt/media/image-6-7.svg" Id="rId7" /><Relationship Type="http://schemas.openxmlformats.org/officeDocument/2006/relationships/image" Target="/ppt/media/image-6-8.png" Id="rId8" /><Relationship Type="http://schemas.openxmlformats.org/officeDocument/2006/relationships/image" Target="/ppt/media/image-6-9.svg" Id="rId9" /><Relationship Type="http://schemas.openxmlformats.org/officeDocument/2006/relationships/slideLayout" Target="/ppt/slideLayouts/slideLayout7.xml" Id="rId10" /><Relationship Type="http://schemas.openxmlformats.org/officeDocument/2006/relationships/notesSlide" Target="/ppt/notesSlides/notesSlide6.xml" Id="rId11" /></Relationships>
</file>

<file path=ppt/slides/_rels/slide7.xml.rels><?xml version="1.0" encoding="utf-8" standalone="no" ?><Relationships xmlns="http://schemas.openxmlformats.org/package/2006/relationships"><Relationship Id="rId1" Target="/ppt/media/image-7-1.jpeg" Type="http://schemas.openxmlformats.org/officeDocument/2006/relationships/image"/><Relationship Id="rId2" Target="/ppt/media/image-7-2.png" Type="http://schemas.openxmlformats.org/officeDocument/2006/relationships/image"/><Relationship Id="rId3" Target="/ppt/media/image-7-3.png" Type="http://schemas.openxmlformats.org/officeDocument/2006/relationships/image"/><Relationship Id="rId4" Target="/ppt/media/image-7-4.png" Type="http://schemas.openxmlformats.org/officeDocument/2006/relationships/image"/><Relationship Id="rId5" Target="/ppt/media/image-7-5.png" Type="http://schemas.openxmlformats.org/officeDocument/2006/relationships/image"/><Relationship Id="rId6" Target="/ppt/media/image-7-6.png" Type="http://schemas.openxmlformats.org/officeDocument/2006/relationships/image"/><Relationship Id="rId7" Target="/ppt/media/image-7-7.png" Type="http://schemas.openxmlformats.org/officeDocument/2006/relationships/image"/><Relationship Id="rId8" Target="/ppt/media/image-7-8.png" Type="http://schemas.openxmlformats.org/officeDocument/2006/relationships/image"/><Relationship Id="rId9" Target="/ppt/media/image-7-9.png" Type="http://schemas.openxmlformats.org/officeDocument/2006/relationships/image"/><Relationship Id="rId10" Target="/ppt/slideLayouts/slideLayout8.xml" Type="http://schemas.openxmlformats.org/officeDocument/2006/relationships/slideLayout"/><Relationship Id="rId11" Target="/ppt/notesSlides/notesSlide7.xml" Type="http://schemas.openxmlformats.org/officeDocument/2006/relationships/notesSlide"/></Relationships>
</file>

<file path=ppt/slides/_rels/slide8.xml.rels><?xml version="1.0" encoding="utf-8" standalone="no" ?><Relationships xmlns="http://schemas.openxmlformats.org/package/2006/relationships"><Relationship Id="rId2" Target="/ppt/media/image-8-1.jpeg" Type="http://schemas.openxmlformats.org/officeDocument/2006/relationships/image"/><Relationship Id="rId3" Target="/ppt/slideLayouts/slideLayout9.xml" Type="http://schemas.openxmlformats.org/officeDocument/2006/relationships/slideLayout"/><Relationship Id="rId4" Target="/ppt/notesSlides/notesSlide8.xml" Type="http://schemas.openxmlformats.org/officeDocument/2006/relationships/notesSlide"/><Relationship Id="rId1" Target="http://Lovable.dev" TargetMode="External" Type="http://schemas.openxmlformats.org/officeDocument/2006/relationships/hyperlink"/></Relationships>
</file>

<file path=ppt/slides/_rels/slide9.xml.rels><?xml version="1.0" encoding="utf-8" standalone="no" ?><Relationships xmlns="http://schemas.openxmlformats.org/package/2006/relationships"><Relationship Id="rId1" Target="/ppt/media/image-9-1.jpeg" Type="http://schemas.openxmlformats.org/officeDocument/2006/relationships/image"/><Relationship Id="rId2" Target="/ppt/slideLayouts/slideLayout10.xml" Type="http://schemas.openxmlformats.org/officeDocument/2006/relationships/slideLayout"/><Relationship Id="rId3" Target="/ppt/notesSlides/notesSlide9.xml" Type="http://schemas.openxmlformats.org/officeDocument/2006/relationships/notesSlide"/></Relationships>
</file>

<file path=ppt/slides/_rels/slide10.xml.rels><?xml version="1.0" encoding="utf-8" standalone="no" ?><Relationships xmlns="http://schemas.openxmlformats.org/package/2006/relationships"><Relationship Id="rId1" Target="/ppt/media/image-10-1.jpeg" Type="http://schemas.openxmlformats.org/officeDocument/2006/relationships/image"/><Relationship Id="rId3" Target="/ppt/slideLayouts/slideLayout11.xml" Type="http://schemas.openxmlformats.org/officeDocument/2006/relationships/slideLayout"/><Relationship Id="rId4" Target="/ppt/notesSlides/notesSlide10.xml" Type="http://schemas.openxmlformats.org/officeDocument/2006/relationships/notesSlide"/><Relationship Id="rId2" Target="https://studyflowwithai.lovable.app/" TargetMode="External" Type="http://schemas.openxmlformats.org/officeDocument/2006/relationships/hyperlink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0060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StudyFlow with AI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98502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Revolutionize your study routine with intelligent planning, focus tools &amp; AI assistance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65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AI-powered student productivity workspace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0829"/>
            <a:ext cx="10178415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Studying Harder Isn't Always Studying Smarter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19889"/>
            <a:ext cx="883920" cy="546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2919889"/>
            <a:ext cx="1880592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Overwhelming assignments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961197" y="4172188"/>
            <a:ext cx="18805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many deadlines, scattered notes and no single place to track priorities.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919889"/>
            <a:ext cx="883920" cy="546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2919889"/>
            <a:ext cx="1880711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Distractions &amp; procrastination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92685" y="4544258"/>
            <a:ext cx="188071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Ends up scrolling instead of studying — focus slips away quickly.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919889"/>
            <a:ext cx="883920" cy="546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2919889"/>
            <a:ext cx="188071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Forgetting what you studied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8624292" y="4172188"/>
            <a:ext cx="18807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review system, knowledge fades and last-minute cramming takes over.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919889"/>
            <a:ext cx="883920" cy="5462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2919889"/>
            <a:ext cx="188071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Burnout from poor planning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11955899" y="4172188"/>
            <a:ext cx="188071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routines and no progress visibility lead to stress and exhaustion.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5604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Your All-in-One AI Study Flow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48472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chaos to focused flow — powered by AI. Integrated dashboard for tasks, notes, flashcards and focus sessions in one elegant workspace.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372"/>
            <a:ext cx="9470708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Features — Smart Workflow Essentials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07431"/>
            <a:ext cx="1341120" cy="167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67319"/>
            <a:ext cx="3048000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Task &amp; Homework Management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519618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Google Classroom, set deadlines, auto-prioritise tasks and get suggested study windows.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307431"/>
            <a:ext cx="1341120" cy="167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267319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Pomodoro Focus Timer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4125278" y="5147548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Science-backed focus blocks with rewards, streak tracking and gentle reminders to rest.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307431"/>
            <a:ext cx="1341120" cy="1676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267319"/>
            <a:ext cx="3048119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 Note Taking &amp; Auto-Flashcards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7456884" y="5519618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Auto-extract highlights, generate concise notes and create ready-to-review flashcards in one click.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307431"/>
            <a:ext cx="1341120" cy="1676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267319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Science-Based Spaced Repetition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10788491" y="514754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Optimised review schedules that increase retention while reducing total study time.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9823"/>
            <a:ext cx="8374380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Features — Motivation &amp; Insights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88883"/>
            <a:ext cx="1341120" cy="167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48770"/>
            <a:ext cx="30480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Gamified Rewards &amp; Virtual Study Rooms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328999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 points, join rooms with peers, and turn study sessions into motivating rituals.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488883"/>
            <a:ext cx="1341120" cy="167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448770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Summaries &amp; Explanations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4125278" y="5328999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Instant, context-aware summaries and step-by-step explanations for tough concepts.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488883"/>
            <a:ext cx="1341120" cy="1676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448770"/>
            <a:ext cx="3048119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Progress Analytics &amp; Motivation Dashboard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7456884" y="5701070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focus, retention and streaks with clear visuals that keep motivation high.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488883"/>
            <a:ext cx="1341120" cy="1676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448770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Clean, Distraction-Free Interface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10788491" y="532899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Minimal, accessible layouts tuned for deep work and mobile-friendly reviews.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598" y="518993"/>
            <a:ext cx="4901089" cy="48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 — 4-Step Flow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598" y="1299924"/>
            <a:ext cx="12689205" cy="5710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82004" y="1554623"/>
            <a:ext cx="2220602" cy="360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Import Tasks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882004" y="2012545"/>
            <a:ext cx="2220602" cy="49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tasks and notes quickly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477" y="3092725"/>
            <a:ext cx="491857" cy="4918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8203" y="5837211"/>
            <a:ext cx="2232803" cy="360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Creates Flow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5078203" y="6295134"/>
            <a:ext cx="2232803" cy="49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cards, flows, schedule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8676" y="4886288"/>
            <a:ext cx="491857" cy="4918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50000" y="1511919"/>
            <a:ext cx="2220602" cy="360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Focus Sessions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7250000" y="1969841"/>
            <a:ext cx="2220602" cy="49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Pomodoro and earn rewards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7076" y="3043920"/>
            <a:ext cx="491857" cy="4918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46200" y="5837211"/>
            <a:ext cx="2220601" cy="360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&amp; Retain</a:t>
            </a:r>
            <a:endParaRPr lang="en-US" sz="2250" dirty="0"/>
          </a:p>
        </p:txBody>
      </p:sp>
      <p:sp>
        <p:nvSpPr>
          <p:cNvPr id="14" name="Text 8"/>
          <p:cNvSpPr/>
          <p:nvPr/>
        </p:nvSpPr>
        <p:spPr>
          <a:xfrm>
            <a:off x="9446200" y="6295134"/>
            <a:ext cx="2220601" cy="49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Spaced repetition boosts memory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16673" y="4886288"/>
            <a:ext cx="491857" cy="4918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0598" y="7177683"/>
            <a:ext cx="12689205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tasks, let AI design an optimised study flow, focus with structured sessions, then review using spaced repetition — repeat for continuous improvement.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9486" y="841653"/>
            <a:ext cx="3897273" cy="487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Students Love It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49486" y="1556385"/>
            <a:ext cx="7845028" cy="1267897"/>
          </a:xfrm>
          <a:prstGeom prst="roundRect">
            <a:avLst>
              <a:gd name="adj" fmla="val 614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23" y="1467922"/>
            <a:ext cx="222647" cy="22264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31" y="2690098"/>
            <a:ext cx="222647" cy="22264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50714" y="1857613"/>
            <a:ext cx="5093732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"Finally an app that understands student life!"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950714" y="2253139"/>
            <a:ext cx="724257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Alex, Med Student</a:t>
            </a:r>
            <a:endParaRPr lang="en-US" sz="1450" dirty="0"/>
          </a:p>
        </p:txBody>
      </p:sp>
      <p:sp>
        <p:nvSpPr>
          <p:cNvPr id="9" name="Shape 4"/>
          <p:cNvSpPr/>
          <p:nvPr/>
        </p:nvSpPr>
        <p:spPr>
          <a:xfrm>
            <a:off x="649486" y="2976086"/>
            <a:ext cx="7845028" cy="1572339"/>
          </a:xfrm>
          <a:prstGeom prst="roundRect">
            <a:avLst>
              <a:gd name="adj" fmla="val 49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3" y="2887623"/>
            <a:ext cx="222647" cy="222647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331" y="4414242"/>
            <a:ext cx="222647" cy="22264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50714" y="3277314"/>
            <a:ext cx="7242572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"My grades improved without extra hours — just smarter reviews."</a:t>
            </a:r>
            <a:endParaRPr lang="en-US" sz="1900" dirty="0"/>
          </a:p>
        </p:txBody>
      </p:sp>
      <p:sp>
        <p:nvSpPr>
          <p:cNvPr id="13" name="Text 6"/>
          <p:cNvSpPr/>
          <p:nvPr/>
        </p:nvSpPr>
        <p:spPr>
          <a:xfrm>
            <a:off x="950714" y="3977283"/>
            <a:ext cx="724257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Priya, Undergraduate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649486" y="4700230"/>
            <a:ext cx="7845028" cy="1267897"/>
          </a:xfrm>
          <a:prstGeom prst="roundRect">
            <a:avLst>
              <a:gd name="adj" fmla="val 614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023" y="4611767"/>
            <a:ext cx="222647" cy="222647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331" y="5833943"/>
            <a:ext cx="222647" cy="22264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50714" y="5001458"/>
            <a:ext cx="6176963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"The Pomodoro rewards actually keep me coming back."</a:t>
            </a:r>
            <a:endParaRPr lang="en-US" sz="1900" dirty="0"/>
          </a:p>
        </p:txBody>
      </p:sp>
      <p:sp>
        <p:nvSpPr>
          <p:cNvPr id="18" name="Text 9"/>
          <p:cNvSpPr/>
          <p:nvPr/>
        </p:nvSpPr>
        <p:spPr>
          <a:xfrm>
            <a:off x="950714" y="5396984"/>
            <a:ext cx="724257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Marcus, High-school Senior</a:t>
            </a:r>
            <a:endParaRPr lang="en-US" sz="1450" dirty="0"/>
          </a:p>
        </p:txBody>
      </p:sp>
      <p:sp>
        <p:nvSpPr>
          <p:cNvPr id="19" name="Shape 10"/>
          <p:cNvSpPr/>
          <p:nvPr/>
        </p:nvSpPr>
        <p:spPr>
          <a:xfrm>
            <a:off x="649486" y="6119932"/>
            <a:ext cx="7845028" cy="1267897"/>
          </a:xfrm>
          <a:prstGeom prst="roundRect">
            <a:avLst>
              <a:gd name="adj" fmla="val 614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23" y="6031468"/>
            <a:ext cx="222647" cy="222647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0331" y="7253645"/>
            <a:ext cx="222647" cy="222647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50714" y="6421160"/>
            <a:ext cx="4261723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"Auto-flashcards saved my exam prep."</a:t>
            </a:r>
            <a:endParaRPr lang="en-US" sz="1900" dirty="0"/>
          </a:p>
        </p:txBody>
      </p:sp>
      <p:sp>
        <p:nvSpPr>
          <p:cNvPr id="23" name="Text 12"/>
          <p:cNvSpPr/>
          <p:nvPr/>
        </p:nvSpPr>
        <p:spPr>
          <a:xfrm>
            <a:off x="950714" y="6816685"/>
            <a:ext cx="724257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Sara, Graduate Student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9533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pPr algn="l" indent="0" marL="0">
              <a:lnSpc>
                <a:spcPts val="4650"/>
              </a:lnSpc>
              <a:buNone/>
            </a:pPr>
            <a:r>
              <a:rPr lang="en-US" sz="3750" b="1" u="sng" dirty="0">
                <a:solidFill>
                  <a:srgbClr val="007EBD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Lovable.dev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270760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191941"/>
            <a:ext cx="420516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Rapid Prototyping, Real Results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9638943" y="3162895"/>
            <a:ext cx="4205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StudyFlow was prototyped and powered by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Lovable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 AI app builder that turns ideas into functioning apps fast. Smart backend AI pipelines generate note summarisation, flashcard creation and adaptive scheduling.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907286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integration with classroom platforms makes deployment simple for educators and students alike.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67803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&amp; Benefits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80190" y="2403396"/>
            <a:ext cx="3664744" cy="2428637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63783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2× Better Focus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3145988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sessions and timers double productive study time versus unfocused attempts.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03396"/>
            <a:ext cx="3664863" cy="2428637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637830"/>
            <a:ext cx="29896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40% Higher Retention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06182" y="3145988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Spaced repetition and AI-curated flashcards improve long-term memory.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058847"/>
            <a:ext cx="7556421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293281"/>
            <a:ext cx="335780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Less Time, Better Grades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14624" y="5801439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Optimised schedules reduce wasted hours while increasing outcomes.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787" y="637461"/>
            <a:ext cx="5638562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Start Your Free Flow Today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73787" y="1541145"/>
            <a:ext cx="7596426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u="sng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https://studyflowwithai.lovable.app/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73787" y="2464356"/>
            <a:ext cx="7596426" cy="1994535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73787" y="2433876"/>
            <a:ext cx="7596426" cy="121920"/>
          </a:xfrm>
          <a:prstGeom prst="roundRect">
            <a:avLst>
              <a:gd name="adj" fmla="val 76165"/>
            </a:avLst>
          </a:prstGeom>
          <a:solidFill>
            <a:srgbClr val="007EBD"/>
          </a:solidFill>
          <a:ln/>
        </p:spPr>
      </p:sp>
      <p:sp>
        <p:nvSpPr>
          <p:cNvPr id="7" name="Shape 4"/>
          <p:cNvSpPr/>
          <p:nvPr/>
        </p:nvSpPr>
        <p:spPr>
          <a:xfrm>
            <a:off x="4240411" y="2132767"/>
            <a:ext cx="663178" cy="663178"/>
          </a:xfrm>
          <a:prstGeom prst="roundRect">
            <a:avLst>
              <a:gd name="adj" fmla="val 137882"/>
            </a:avLst>
          </a:prstGeom>
          <a:solidFill>
            <a:srgbClr val="007EBD"/>
          </a:solidFill>
          <a:ln/>
        </p:spPr>
      </p:sp>
      <p:sp>
        <p:nvSpPr>
          <p:cNvPr id="8" name="Text 5"/>
          <p:cNvSpPr/>
          <p:nvPr/>
        </p:nvSpPr>
        <p:spPr>
          <a:xfrm>
            <a:off x="4439364" y="2298502"/>
            <a:ext cx="265271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25247" y="3017044"/>
            <a:ext cx="2901791" cy="36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Free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25247" y="3509010"/>
            <a:ext cx="7093506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features: task sync, basic Pomodoro, limited flashcards, community rooms.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3787" y="5005983"/>
            <a:ext cx="7596426" cy="1994535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3787" y="4975503"/>
            <a:ext cx="7596426" cy="121920"/>
          </a:xfrm>
          <a:prstGeom prst="roundRect">
            <a:avLst>
              <a:gd name="adj" fmla="val 76165"/>
            </a:avLst>
          </a:prstGeom>
          <a:solidFill>
            <a:srgbClr val="007EBD"/>
          </a:solidFill>
          <a:ln/>
        </p:spPr>
      </p:sp>
      <p:sp>
        <p:nvSpPr>
          <p:cNvPr id="13" name="Shape 10"/>
          <p:cNvSpPr/>
          <p:nvPr/>
        </p:nvSpPr>
        <p:spPr>
          <a:xfrm>
            <a:off x="4240411" y="4674394"/>
            <a:ext cx="663178" cy="663178"/>
          </a:xfrm>
          <a:prstGeom prst="roundRect">
            <a:avLst>
              <a:gd name="adj" fmla="val 137882"/>
            </a:avLst>
          </a:prstGeom>
          <a:solidFill>
            <a:srgbClr val="007EBD"/>
          </a:solidFill>
          <a:ln/>
        </p:spPr>
      </p:sp>
      <p:sp>
        <p:nvSpPr>
          <p:cNvPr id="14" name="Text 11"/>
          <p:cNvSpPr/>
          <p:nvPr/>
        </p:nvSpPr>
        <p:spPr>
          <a:xfrm>
            <a:off x="4439364" y="4840129"/>
            <a:ext cx="265271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25247" y="5558671"/>
            <a:ext cx="2901791" cy="36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Premium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25247" y="6050637"/>
            <a:ext cx="7093506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AI summaries, unlimited flashcards, advanced analytics, priority support.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3787" y="7242929"/>
            <a:ext cx="7596426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StudyFlow with AI Now →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2026-02-27T10:48:11Z</dcterms:created>
  <dcterms:modified xsi:type="dcterms:W3CDTF">2026-02-27T10:48:11Z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3427414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S10.9.5</vt:lpwstr>
  </property>
</Properties>
</file>